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61" r:id="rId5"/>
    <p:sldId id="258" r:id="rId6"/>
    <p:sldId id="259" r:id="rId7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022" y="-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D7D22B3-1FFA-481E-90CD-AF031725A474}" type="datetimeFigureOut">
              <a:rPr lang="de-AT" smtClean="0"/>
              <a:t>16.03.2015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CEF0909-D158-45C6-BF2A-C3DCD6782988}" type="slidenum">
              <a:rPr lang="de-AT" smtClean="0"/>
              <a:t>‹Nr.›</a:t>
            </a:fld>
            <a:endParaRPr lang="de-A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Desktopanwendung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7846640" cy="1752600"/>
          </a:xfrm>
        </p:spPr>
        <p:txBody>
          <a:bodyPr/>
          <a:lstStyle/>
          <a:p>
            <a:pPr algn="ctr"/>
            <a:r>
              <a:rPr lang="de-DE" dirty="0" smtClean="0"/>
              <a:t>Barrierefrei</a:t>
            </a:r>
          </a:p>
          <a:p>
            <a:pPr algn="ctr"/>
            <a:endParaRPr lang="de-DE" dirty="0"/>
          </a:p>
          <a:p>
            <a:pPr algn="ctr"/>
            <a:r>
              <a:rPr lang="de-DE" sz="2000" dirty="0" smtClean="0">
                <a:solidFill>
                  <a:schemeClr val="tx1"/>
                </a:solidFill>
              </a:rPr>
              <a:t>Katharina </a:t>
            </a:r>
            <a:r>
              <a:rPr lang="de-DE" sz="2000" dirty="0" err="1" smtClean="0">
                <a:solidFill>
                  <a:schemeClr val="tx1"/>
                </a:solidFill>
              </a:rPr>
              <a:t>Zeiringer</a:t>
            </a:r>
            <a:r>
              <a:rPr lang="de-DE" sz="2000" dirty="0" smtClean="0">
                <a:solidFill>
                  <a:schemeClr val="tx1"/>
                </a:solidFill>
              </a:rPr>
              <a:t>, Julia </a:t>
            </a:r>
            <a:r>
              <a:rPr lang="de-DE" sz="2000" dirty="0" err="1" smtClean="0">
                <a:solidFill>
                  <a:schemeClr val="tx1"/>
                </a:solidFill>
              </a:rPr>
              <a:t>Kainmüller</a:t>
            </a:r>
            <a:endParaRPr lang="de-AT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772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Entwicklungsumgebung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C#  (Inhalt)</a:t>
            </a:r>
          </a:p>
          <a:p>
            <a:r>
              <a:rPr lang="de-DE" dirty="0" smtClean="0"/>
              <a:t>XAML (Struktur und Layout)</a:t>
            </a:r>
          </a:p>
          <a:p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endParaRPr lang="de-DE" dirty="0" smtClean="0"/>
          </a:p>
          <a:p>
            <a:endParaRPr lang="de-DE" dirty="0"/>
          </a:p>
          <a:p>
            <a:r>
              <a:rPr lang="de-DE" dirty="0" smtClean="0"/>
              <a:t>Einfache Datenbankeinbindung</a:t>
            </a:r>
          </a:p>
          <a:p>
            <a:endParaRPr lang="de-AT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13" y="2780928"/>
            <a:ext cx="6924675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211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Vorteile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smtClean="0"/>
              <a:t>Lokal </a:t>
            </a:r>
            <a:r>
              <a:rPr lang="de-AT" dirty="0"/>
              <a:t>installiert (kann auch ein Nachteil sein) </a:t>
            </a:r>
            <a:endParaRPr lang="de-AT" dirty="0" smtClean="0"/>
          </a:p>
          <a:p>
            <a:pPr marL="0" indent="0">
              <a:buNone/>
            </a:pPr>
            <a:endParaRPr lang="de-AT" dirty="0" smtClean="0"/>
          </a:p>
          <a:p>
            <a:r>
              <a:rPr lang="de-AT" dirty="0" smtClean="0"/>
              <a:t>Keine </a:t>
            </a:r>
            <a:r>
              <a:rPr lang="de-AT" dirty="0"/>
              <a:t>Internetverbindung notwendig (Serververbindung muss bestehen) </a:t>
            </a:r>
            <a:endParaRPr lang="de-AT" dirty="0" smtClean="0"/>
          </a:p>
          <a:p>
            <a:pPr marL="0" indent="0">
              <a:buNone/>
            </a:pPr>
            <a:endParaRPr lang="de-AT" dirty="0" smtClean="0"/>
          </a:p>
          <a:p>
            <a:r>
              <a:rPr lang="de-AT" dirty="0" smtClean="0"/>
              <a:t>Schnelligkeit </a:t>
            </a:r>
            <a:r>
              <a:rPr lang="de-AT" dirty="0"/>
              <a:t>hängt nicht von der Internetverbindung ab </a:t>
            </a:r>
            <a:endParaRPr lang="de-AT" dirty="0" smtClean="0"/>
          </a:p>
          <a:p>
            <a:pPr marL="0" indent="0">
              <a:buNone/>
            </a:pPr>
            <a:endParaRPr lang="de-AT" dirty="0" smtClean="0"/>
          </a:p>
          <a:p>
            <a:r>
              <a:rPr lang="de-AT" dirty="0" smtClean="0"/>
              <a:t>Sicherer </a:t>
            </a:r>
            <a:r>
              <a:rPr lang="de-AT" dirty="0"/>
              <a:t>bezüglich Datenschutz </a:t>
            </a:r>
            <a:endParaRPr lang="de-AT" dirty="0" smtClean="0"/>
          </a:p>
          <a:p>
            <a:pPr marL="0" indent="0">
              <a:buNone/>
            </a:pPr>
            <a:endParaRPr lang="de-AT" dirty="0" smtClean="0"/>
          </a:p>
          <a:p>
            <a:r>
              <a:rPr lang="de-AT" dirty="0" smtClean="0"/>
              <a:t>Besseres Verständnis der Implementierung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23395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Nachteile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smtClean="0"/>
              <a:t>Bei </a:t>
            </a:r>
            <a:r>
              <a:rPr lang="de-AT" dirty="0"/>
              <a:t>Updates ist die Verteilung </a:t>
            </a:r>
            <a:r>
              <a:rPr lang="de-AT" dirty="0" smtClean="0"/>
              <a:t>schwieriger</a:t>
            </a:r>
          </a:p>
          <a:p>
            <a:pPr marL="0" indent="0">
              <a:buNone/>
            </a:pPr>
            <a:endParaRPr lang="de-AT" dirty="0"/>
          </a:p>
          <a:p>
            <a:r>
              <a:rPr lang="de-AT" dirty="0" smtClean="0"/>
              <a:t>Muss </a:t>
            </a:r>
            <a:r>
              <a:rPr lang="de-AT" dirty="0"/>
              <a:t>auf jedem PC installiert werden </a:t>
            </a:r>
            <a:endParaRPr lang="de-AT" dirty="0" smtClean="0"/>
          </a:p>
          <a:p>
            <a:pPr marL="0" indent="0">
              <a:buNone/>
            </a:pPr>
            <a:endParaRPr lang="de-AT" dirty="0"/>
          </a:p>
          <a:p>
            <a:r>
              <a:rPr lang="de-AT" dirty="0" smtClean="0"/>
              <a:t>Erste </a:t>
            </a:r>
            <a:r>
              <a:rPr lang="de-AT" dirty="0"/>
              <a:t>Ergebnisse der Entwicklung nicht so schnell wie bei </a:t>
            </a:r>
            <a:r>
              <a:rPr lang="de-AT" dirty="0" smtClean="0"/>
              <a:t>Web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696219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Richtlinien Barrierefreiheit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Einsatz eines </a:t>
            </a:r>
            <a:r>
              <a:rPr lang="de-DE" dirty="0" err="1" smtClean="0"/>
              <a:t>Screenreader</a:t>
            </a:r>
            <a:r>
              <a:rPr lang="de-DE" dirty="0" smtClean="0"/>
              <a:t> ermöglichen</a:t>
            </a:r>
            <a:br>
              <a:rPr lang="de-DE" dirty="0" smtClean="0"/>
            </a:br>
            <a:r>
              <a:rPr lang="de-DE" dirty="0" smtClean="0"/>
              <a:t>(</a:t>
            </a:r>
            <a:r>
              <a:rPr lang="de-AT" dirty="0"/>
              <a:t> </a:t>
            </a:r>
            <a:r>
              <a:rPr lang="de-AT" b="1" dirty="0" err="1"/>
              <a:t>AutomationProperties</a:t>
            </a:r>
            <a:r>
              <a:rPr lang="de-AT" b="1" dirty="0" smtClean="0"/>
              <a:t>. …</a:t>
            </a:r>
            <a:r>
              <a:rPr lang="de-AT" dirty="0" smtClean="0"/>
              <a:t>)</a:t>
            </a:r>
          </a:p>
          <a:p>
            <a:endParaRPr lang="de-DE" dirty="0" smtClean="0"/>
          </a:p>
          <a:p>
            <a:endParaRPr lang="de-DE" dirty="0"/>
          </a:p>
          <a:p>
            <a:endParaRPr lang="de-DE" dirty="0" smtClean="0"/>
          </a:p>
          <a:p>
            <a:pPr marL="0" indent="0">
              <a:buNone/>
            </a:pPr>
            <a:endParaRPr lang="de-AT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107" y="2492896"/>
            <a:ext cx="68580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234" y="3955504"/>
            <a:ext cx="691515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42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Richtlinien Barrierefreiheit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Visuelle Barrierefreiheit</a:t>
            </a:r>
          </a:p>
          <a:p>
            <a:pPr lvl="1"/>
            <a:r>
              <a:rPr lang="de-DE" dirty="0" smtClean="0"/>
              <a:t>Kontraste sinnvoll festlegen</a:t>
            </a:r>
          </a:p>
          <a:p>
            <a:pPr lvl="1"/>
            <a:r>
              <a:rPr lang="de-DE" dirty="0" smtClean="0"/>
              <a:t>Farbblindheit beachten (Entsprechende </a:t>
            </a:r>
            <a:r>
              <a:rPr lang="de-DE" dirty="0" err="1" smtClean="0"/>
              <a:t>keys</a:t>
            </a:r>
            <a:r>
              <a:rPr lang="de-DE" dirty="0" smtClean="0"/>
              <a:t> nicht nur farblich markieren)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579377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larheit">
  <a:themeElements>
    <a:clrScheme name="Klarheit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larhei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0</TotalTime>
  <Words>99</Words>
  <Application>Microsoft Office PowerPoint</Application>
  <PresentationFormat>Bildschirmpräsentation (4:3)</PresentationFormat>
  <Paragraphs>39</Paragraphs>
  <Slides>6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7" baseType="lpstr">
      <vt:lpstr>Klarheit</vt:lpstr>
      <vt:lpstr>Desktopanwendung</vt:lpstr>
      <vt:lpstr>Entwicklungsumgebung</vt:lpstr>
      <vt:lpstr>Vorteile</vt:lpstr>
      <vt:lpstr>Nachteile</vt:lpstr>
      <vt:lpstr>Richtlinien Barrierefreiheit</vt:lpstr>
      <vt:lpstr>Richtlinien Barrierefreiheit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Desktopanwendung</dc:title>
  <dc:creator>Mausi</dc:creator>
  <cp:lastModifiedBy>Mausi</cp:lastModifiedBy>
  <cp:revision>10</cp:revision>
  <dcterms:created xsi:type="dcterms:W3CDTF">2015-03-16T13:18:43Z</dcterms:created>
  <dcterms:modified xsi:type="dcterms:W3CDTF">2015-03-16T14:10:23Z</dcterms:modified>
</cp:coreProperties>
</file>