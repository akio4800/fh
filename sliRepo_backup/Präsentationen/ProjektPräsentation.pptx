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45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16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9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3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58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19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39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08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17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68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402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751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7406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0798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9015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7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82581-9FCB-4858-B667-0C3214680B36}" type="datetimeFigureOut">
              <a:rPr lang="de-DE" smtClean="0"/>
              <a:t>12.11.2015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2D2A16-74F4-41D7-A239-3D3ACF6EA6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04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de-DE" dirty="0" smtClean="0"/>
              <a:t>Barrierefreies Verwaltungs-System </a:t>
            </a:r>
            <a:endParaRPr lang="de-DE" dirty="0"/>
          </a:p>
        </p:txBody>
      </p:sp>
      <p:sp>
        <p:nvSpPr>
          <p:cNvPr id="5" name="AutoShape 2" descr="Bildergebnis für sli oberösterrei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055" y="1371600"/>
            <a:ext cx="3028950" cy="151447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951" y="609600"/>
            <a:ext cx="2015099" cy="30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Vorgehen &amp; Werkzeuge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677334" y="1270000"/>
            <a:ext cx="6081812" cy="456883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de-DE" sz="3200" dirty="0" smtClean="0"/>
          </a:p>
          <a:p>
            <a:pPr>
              <a:lnSpc>
                <a:spcPct val="150000"/>
              </a:lnSpc>
            </a:pPr>
            <a:r>
              <a:rPr lang="de-DE" sz="3200" dirty="0" smtClean="0"/>
              <a:t>Visual Studio ( C# )</a:t>
            </a:r>
          </a:p>
          <a:p>
            <a:pPr>
              <a:lnSpc>
                <a:spcPct val="150000"/>
              </a:lnSpc>
            </a:pPr>
            <a:r>
              <a:rPr lang="de-DE" sz="3200" dirty="0" err="1" smtClean="0"/>
              <a:t>PostgreSQL</a:t>
            </a:r>
            <a:endParaRPr lang="de-DE" sz="3200" dirty="0" smtClean="0"/>
          </a:p>
          <a:p>
            <a:pPr>
              <a:lnSpc>
                <a:spcPct val="150000"/>
              </a:lnSpc>
            </a:pPr>
            <a:r>
              <a:rPr lang="de-DE" sz="3200" dirty="0" err="1" smtClean="0"/>
              <a:t>TortoiseSVN</a:t>
            </a:r>
            <a:endParaRPr lang="de-DE" sz="32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452546" y="1521731"/>
            <a:ext cx="5442896" cy="40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1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4645" y="590307"/>
            <a:ext cx="8596668" cy="1320800"/>
          </a:xfrm>
        </p:spPr>
        <p:txBody>
          <a:bodyPr>
            <a:normAutofit/>
          </a:bodyPr>
          <a:lstStyle/>
          <a:p>
            <a:r>
              <a:rPr lang="de-DE" dirty="0" smtClean="0"/>
              <a:t/>
            </a:r>
            <a:br>
              <a:rPr lang="de-DE" dirty="0" smtClean="0"/>
            </a:br>
            <a:r>
              <a:rPr lang="de-DE" sz="2200" dirty="0" smtClean="0"/>
              <a:t>Selbstbestimmtes Leben Verwaltungssystem</a:t>
            </a:r>
            <a:endParaRPr lang="de-DE" sz="2200"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5" y="464323"/>
            <a:ext cx="2084832" cy="7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3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</Words>
  <Application>Microsoft Office PowerPoint</Application>
  <PresentationFormat>Breitbild</PresentationFormat>
  <Paragraphs>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Facette</vt:lpstr>
      <vt:lpstr>Barrierefreies Verwaltungs-System </vt:lpstr>
      <vt:lpstr>Vorgehen &amp; Werkzeuge</vt:lpstr>
      <vt:lpstr> Selbstbestimmtes Leben Verwaltungssystem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Thomas Stüttler</dc:creator>
  <cp:lastModifiedBy>Thomas Stüttler</cp:lastModifiedBy>
  <cp:revision>5</cp:revision>
  <dcterms:created xsi:type="dcterms:W3CDTF">2015-11-12T15:18:37Z</dcterms:created>
  <dcterms:modified xsi:type="dcterms:W3CDTF">2015-11-12T16:05:11Z</dcterms:modified>
</cp:coreProperties>
</file>